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1D Diffusion: 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1D Diffusion: Numerical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1D Diffusion: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Diffusion: 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Diffusion: Numerical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Diffusion: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Title Slide</vt:lpstr>
      <vt:lpstr>1D Diffusion: Mathematical Formulation</vt:lpstr>
      <vt:lpstr>1D Diffusion: Numerical Method</vt:lpstr>
      <vt:lpstr>1D Diffusion: Results &amp; Discussion</vt:lpstr>
      <vt:lpstr>2D Diffusion: Mathematical Formulation</vt:lpstr>
      <vt:lpstr>2D Diffusion: Numerical Method</vt:lpstr>
      <vt:lpstr>2D Diffusion: Results &amp; Discussion</vt:lpstr>
      <vt:lpstr>Conclusion &amp; Learning Outcomes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Ashoke De</cp:lastModifiedBy>
  <cp:revision>2</cp:revision>
  <dcterms:created xsi:type="dcterms:W3CDTF">2013-01-27T09:14:16Z</dcterms:created>
  <dcterms:modified xsi:type="dcterms:W3CDTF">2025-11-02T03:36:53Z</dcterms:modified>
  <cp:category/>
</cp:coreProperties>
</file>