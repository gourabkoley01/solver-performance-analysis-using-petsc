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B2C7B-9614-B379-00EA-A35F74EF6D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4338F5-516E-DA93-34DF-88DAB03CED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F4CEA-23A0-CEB1-DE06-44EC76C0A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19158-0839-4C45-B0AD-FC0B56C55C1D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59511-53DD-AD1C-EA4B-A20FF393E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18C69-8BAE-7E50-1149-8AF04E5B8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71CC-EFF7-468E-9391-AA04379E3C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216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C18C9-242E-5CD2-286B-156D9035E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06A41-B668-D6BA-723E-D363712F9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F5E3F-18F0-73FA-2841-038A81862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19158-0839-4C45-B0AD-FC0B56C55C1D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4DEF4-68E1-4B9C-FE74-91FCCF23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BA6F1-1F6D-11AB-88D5-A48F3BEC3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71CC-EFF7-468E-9391-AA04379E3C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414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0AFC3-513D-3778-EDA6-A6DEF449D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8D237-0753-ECE3-04CD-6147E0813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E82AB-77C3-D647-5767-729622DA5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19158-0839-4C45-B0AD-FC0B56C55C1D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950D7-5BD9-B905-2229-B27BAF121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3B820-247F-9B0C-3401-DA1654A15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71CC-EFF7-468E-9391-AA04379E3C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017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49097-3CAE-185E-CDF0-3B88FD197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AA06-9AA3-E071-088F-DB367EDE8F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F59DC-D139-0266-E54C-6CE2DBE57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DD323-1F63-0464-E23F-1AB1A6469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19158-0839-4C45-B0AD-FC0B56C55C1D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22CEE-2E3D-243A-2752-DDCDB3691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B3D7D-880F-CFB2-684F-6BF495A62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71CC-EFF7-468E-9391-AA04379E3C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709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4CFF8-0B3D-0B6F-AC8B-7524F96B5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558DB-64D9-E596-1EC9-8BE8F37E0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D4DE08-A301-EC2D-DC95-13D93B7E7B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A79DA9-6520-9E05-105E-A50B903587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996514-56D7-40FF-A877-FF22EA8659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BDD221-8298-7CAA-24DC-0593717FB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19158-0839-4C45-B0AD-FC0B56C55C1D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B4CF2B-D27D-E1C5-6C34-B65ABF8DC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C2A67A-F4D0-B843-4E3E-687BFBE92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71CC-EFF7-468E-9391-AA04379E3C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154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EDA3A-E92C-7FA0-1C5F-6966FD62E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17A72C-7D32-A8C8-B55F-CA71D17BB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19158-0839-4C45-B0AD-FC0B56C55C1D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DDB7FC-CE90-F6E4-34A5-DB6A6AA70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8D2D54-604B-57C7-96AB-C2A6F184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71CC-EFF7-468E-9391-AA04379E3C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331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52BF12-DE10-E9FA-6563-BA7CC86CD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19158-0839-4C45-B0AD-FC0B56C55C1D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3BDAA2-9A58-80AF-7C0C-97FC4A481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7746E-647B-489B-2288-4A4D7A65A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71CC-EFF7-468E-9391-AA04379E3C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141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97BB3-EF4B-1C72-69C5-20562CF9F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3E09E-2C34-4DC5-5E2A-21DB2EDF2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83BE-D4AE-B0A6-5C90-614CEBCDA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416EF1-A208-E87C-3C90-E36F775FA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19158-0839-4C45-B0AD-FC0B56C55C1D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08B08-1B0B-1E62-A09C-94A773F1D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23EEB-0B64-B005-23D2-FD6CED329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71CC-EFF7-468E-9391-AA04379E3C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33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2D16-8980-B290-2AE5-165C87FE8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CBACE9-0AF8-7956-E475-A4109E076B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6FDB37-50A7-0C49-61F4-81F2935DDF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6A8573-A817-0B6E-81E0-B18E8DA2E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19158-0839-4C45-B0AD-FC0B56C55C1D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E30604-BC64-EB5F-7C2F-64EE3A03B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80C98-79F6-5AFD-5B88-0A53D16E4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71CC-EFF7-468E-9391-AA04379E3C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443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77941-53D1-8A4D-7368-F7EC59A18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E6296F-C994-6A74-6525-8E32EFC03B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E7E5F-373C-D860-4193-BD63200F1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19158-0839-4C45-B0AD-FC0B56C55C1D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DA7C9-28D1-C8F4-3DD1-FF4811A8E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80C1A-C37B-4A45-5BE7-0C6E35A6F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71CC-EFF7-468E-9391-AA04379E3C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347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E2078E-86BA-CCC7-5065-AAAD2D78B6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D9B55-F3E5-F4EF-ABE9-9FB219321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5CECB-D23A-601F-7EB3-5BC21CDDA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19158-0839-4C45-B0AD-FC0B56C55C1D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7B775-0A63-C5C8-C8CC-B49059E78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F8823-7990-2847-FBB3-589489910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071CC-EFF7-468E-9391-AA04379E3C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197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94664F-4792-B226-67C6-F20EA95EA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DAAED-1BCC-CD32-BC97-0BA58BA33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4CC6B-6671-3A1F-3CD5-817D2416A0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319158-0839-4C45-B0AD-FC0B56C55C1D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A0E67-3D22-02F4-54B4-5428B873C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B28E5-8C42-2A3A-E51B-11F2B89C9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7071CC-EFF7-468E-9391-AA04379E3C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500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different colored squares&#10;&#10;AI-generated content may be incorrect.">
            <a:extLst>
              <a:ext uri="{FF2B5EF4-FFF2-40B4-BE49-F238E27FC236}">
                <a16:creationId xmlns:a16="http://schemas.microsoft.com/office/drawing/2014/main" id="{7980B197-37BD-9692-FEEB-1F5EC3D644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5814"/>
            <a:ext cx="12192000" cy="2786743"/>
          </a:xfrm>
          <a:prstGeom prst="rect">
            <a:avLst/>
          </a:prstGeom>
        </p:spPr>
      </p:pic>
      <p:pic>
        <p:nvPicPr>
          <p:cNvPr id="7" name="Picture 6" descr="A group of colorful objects&#10;&#10;AI-generated content may be incorrect.">
            <a:extLst>
              <a:ext uri="{FF2B5EF4-FFF2-40B4-BE49-F238E27FC236}">
                <a16:creationId xmlns:a16="http://schemas.microsoft.com/office/drawing/2014/main" id="{8F284FE7-AFF1-796F-DD56-12F4E99376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22557"/>
            <a:ext cx="12192000" cy="278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576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different colored squares&#10;&#10;AI-generated content may be incorrect.">
            <a:extLst>
              <a:ext uri="{FF2B5EF4-FFF2-40B4-BE49-F238E27FC236}">
                <a16:creationId xmlns:a16="http://schemas.microsoft.com/office/drawing/2014/main" id="{13A37E97-E57F-6766-5138-DE6021A033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5017"/>
            <a:ext cx="12192000" cy="2786743"/>
          </a:xfrm>
          <a:prstGeom prst="rect">
            <a:avLst/>
          </a:prstGeom>
        </p:spPr>
      </p:pic>
      <p:pic>
        <p:nvPicPr>
          <p:cNvPr id="7" name="Picture 6" descr="A group of different colored squares&#10;&#10;AI-generated content may be incorrect.">
            <a:extLst>
              <a:ext uri="{FF2B5EF4-FFF2-40B4-BE49-F238E27FC236}">
                <a16:creationId xmlns:a16="http://schemas.microsoft.com/office/drawing/2014/main" id="{80FF0E71-D96B-C8EE-FEB0-9B919D1B73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9011" y="3626240"/>
            <a:ext cx="12192000" cy="278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98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squares with different colors&#10;&#10;AI-generated content may be incorrect.">
            <a:extLst>
              <a:ext uri="{FF2B5EF4-FFF2-40B4-BE49-F238E27FC236}">
                <a16:creationId xmlns:a16="http://schemas.microsoft.com/office/drawing/2014/main" id="{DF5AFE55-7672-0E34-97DD-7E6DABE564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9960"/>
            <a:ext cx="12192000" cy="2786743"/>
          </a:xfrm>
          <a:prstGeom prst="rect">
            <a:avLst/>
          </a:prstGeom>
        </p:spPr>
      </p:pic>
      <p:pic>
        <p:nvPicPr>
          <p:cNvPr id="7" name="Picture 6" descr="A diagram of different colored cubes&#10;&#10;AI-generated content may be incorrect.">
            <a:extLst>
              <a:ext uri="{FF2B5EF4-FFF2-40B4-BE49-F238E27FC236}">
                <a16:creationId xmlns:a16="http://schemas.microsoft.com/office/drawing/2014/main" id="{4ADDCFEA-1469-4CF8-58FB-3142B2B9CB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0"/>
            <a:ext cx="12192000" cy="278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965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different colors&#10;&#10;AI-generated content may be incorrect.">
            <a:extLst>
              <a:ext uri="{FF2B5EF4-FFF2-40B4-BE49-F238E27FC236}">
                <a16:creationId xmlns:a16="http://schemas.microsoft.com/office/drawing/2014/main" id="{DB797C97-2272-8528-F1AC-5368B03C2A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7983"/>
            <a:ext cx="12192000" cy="2786743"/>
          </a:xfrm>
          <a:prstGeom prst="rect">
            <a:avLst/>
          </a:prstGeom>
        </p:spPr>
      </p:pic>
      <p:pic>
        <p:nvPicPr>
          <p:cNvPr id="7" name="Picture 6" descr="A group of colorful cubes&#10;&#10;AI-generated content may be incorrect.">
            <a:extLst>
              <a:ext uri="{FF2B5EF4-FFF2-40B4-BE49-F238E27FC236}">
                <a16:creationId xmlns:a16="http://schemas.microsoft.com/office/drawing/2014/main" id="{41BC901B-912B-4156-D56A-6A2CD86B75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57227"/>
            <a:ext cx="12192000" cy="278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227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different colors&#10;&#10;AI-generated content may be incorrect.">
            <a:extLst>
              <a:ext uri="{FF2B5EF4-FFF2-40B4-BE49-F238E27FC236}">
                <a16:creationId xmlns:a16="http://schemas.microsoft.com/office/drawing/2014/main" id="{0E2986C7-773E-0BAA-EEA5-A20042FB3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4247"/>
            <a:ext cx="12192000" cy="2786743"/>
          </a:xfrm>
          <a:prstGeom prst="rect">
            <a:avLst/>
          </a:prstGeom>
        </p:spPr>
      </p:pic>
      <p:pic>
        <p:nvPicPr>
          <p:cNvPr id="7" name="Picture 6" descr="A group of cubes with different colors&#10;&#10;AI-generated content may be incorrect.">
            <a:extLst>
              <a:ext uri="{FF2B5EF4-FFF2-40B4-BE49-F238E27FC236}">
                <a16:creationId xmlns:a16="http://schemas.microsoft.com/office/drawing/2014/main" id="{D4FC9601-7BD8-0063-E18E-2176E8B1B8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97010"/>
            <a:ext cx="12192000" cy="278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337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different colors&#10;&#10;AI-generated content may be incorrect.">
            <a:extLst>
              <a:ext uri="{FF2B5EF4-FFF2-40B4-BE49-F238E27FC236}">
                <a16:creationId xmlns:a16="http://schemas.microsoft.com/office/drawing/2014/main" id="{4DDD0CF5-2A5F-C850-40FC-933D0910F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4246"/>
            <a:ext cx="12192000" cy="2786743"/>
          </a:xfrm>
          <a:prstGeom prst="rect">
            <a:avLst/>
          </a:prstGeom>
        </p:spPr>
      </p:pic>
      <p:pic>
        <p:nvPicPr>
          <p:cNvPr id="7" name="Picture 6" descr="A diagram of different colors&#10;&#10;AI-generated content may be incorrect.">
            <a:extLst>
              <a:ext uri="{FF2B5EF4-FFF2-40B4-BE49-F238E27FC236}">
                <a16:creationId xmlns:a16="http://schemas.microsoft.com/office/drawing/2014/main" id="{1681D7A2-7B79-BB07-F55E-4B2FF5A826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97012"/>
            <a:ext cx="12192000" cy="278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96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different colors of squares&#10;&#10;AI-generated content may be incorrect.">
            <a:extLst>
              <a:ext uri="{FF2B5EF4-FFF2-40B4-BE49-F238E27FC236}">
                <a16:creationId xmlns:a16="http://schemas.microsoft.com/office/drawing/2014/main" id="{367E71A5-AF62-32D2-7D8D-8C54FF669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006"/>
            <a:ext cx="12192000" cy="2786743"/>
          </a:xfrm>
          <a:prstGeom prst="rect">
            <a:avLst/>
          </a:prstGeom>
        </p:spPr>
      </p:pic>
      <p:pic>
        <p:nvPicPr>
          <p:cNvPr id="7" name="Picture 6" descr="A diagram of different colors&#10;&#10;AI-generated content may be incorrect.">
            <a:extLst>
              <a:ext uri="{FF2B5EF4-FFF2-40B4-BE49-F238E27FC236}">
                <a16:creationId xmlns:a16="http://schemas.microsoft.com/office/drawing/2014/main" id="{93F924ED-7319-E38B-6518-C70F120629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95251"/>
            <a:ext cx="12192000" cy="278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665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different colors of squares&#10;&#10;AI-generated content may be incorrect.">
            <a:extLst>
              <a:ext uri="{FF2B5EF4-FFF2-40B4-BE49-F238E27FC236}">
                <a16:creationId xmlns:a16="http://schemas.microsoft.com/office/drawing/2014/main" id="{76F84780-0C84-347C-88A5-5CC26F196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9741"/>
            <a:ext cx="12192000" cy="2786743"/>
          </a:xfrm>
          <a:prstGeom prst="rect">
            <a:avLst/>
          </a:prstGeom>
        </p:spPr>
      </p:pic>
      <p:pic>
        <p:nvPicPr>
          <p:cNvPr id="7" name="Picture 6" descr="A group of different colored cubes&#10;&#10;AI-generated content may be incorrect.">
            <a:extLst>
              <a:ext uri="{FF2B5EF4-FFF2-40B4-BE49-F238E27FC236}">
                <a16:creationId xmlns:a16="http://schemas.microsoft.com/office/drawing/2014/main" id="{2DD9C491-56AC-AC41-D6E6-37DA1B08B5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21129"/>
            <a:ext cx="12192000" cy="278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531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Gourab Koley</dc:creator>
  <cp:lastModifiedBy>Gourab Koley</cp:lastModifiedBy>
  <cp:revision>2</cp:revision>
  <dcterms:created xsi:type="dcterms:W3CDTF">2025-10-29T20:06:00Z</dcterms:created>
  <dcterms:modified xsi:type="dcterms:W3CDTF">2025-10-29T20:12:31Z</dcterms:modified>
</cp:coreProperties>
</file>